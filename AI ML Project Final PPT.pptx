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9"/>
  </p:notesMasterIdLst>
  <p:sldIdLst>
    <p:sldId id="256" r:id="rId5"/>
    <p:sldId id="16140622" r:id="rId6"/>
    <p:sldId id="262" r:id="rId7"/>
    <p:sldId id="263" r:id="rId8"/>
    <p:sldId id="265" r:id="rId9"/>
    <p:sldId id="266" r:id="rId10"/>
    <p:sldId id="267" r:id="rId11"/>
    <p:sldId id="16140627" r:id="rId12"/>
    <p:sldId id="16140628" r:id="rId13"/>
    <p:sldId id="268" r:id="rId14"/>
    <p:sldId id="16140623" r:id="rId15"/>
    <p:sldId id="269" r:id="rId16"/>
    <p:sldId id="16140626" r:id="rId17"/>
    <p:sldId id="25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2/26/2026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2/26/2026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2/26/2026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2/26/2026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2/26/2026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60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105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27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Personalized Workout &amp; Diet Planner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 panose="020B0604020202020204"/>
                <a:cs typeface="Arial" panose="020B0604020202020204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2196" y="4058588"/>
            <a:ext cx="7980183" cy="13220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/>
                <a:cs typeface="Arial" panose="020B0604020202020204"/>
              </a:rPr>
              <a:t>Student Name-  Abhilasha Jugalkishor Rathi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/>
                <a:cs typeface="Arial" panose="020B0604020202020204"/>
              </a:rPr>
              <a:t>College Name-  Zeal College of Engineering and Research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/>
                <a:cs typeface="Arial" panose="020B0604020202020204"/>
              </a:rPr>
              <a:t>Department- Computer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84680"/>
            <a:ext cx="11019155" cy="428434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 panose="020B0604020202020204"/>
                <a:ea typeface="+mn-lt"/>
                <a:cs typeface="Arial" panose="020B0604020202020204"/>
              </a:rPr>
              <a:t>  </a:t>
            </a:r>
            <a:endParaRPr lang="en-US" dirty="0">
              <a:latin typeface="Arial" panose="020B0604020202020204"/>
              <a:cs typeface="Arial" panose="020B0604020202020204"/>
            </a:endParaRP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/>
                <a:ea typeface="+mn-lt"/>
                <a:cs typeface="Arial" panose="020B0604020202020204"/>
              </a:rPr>
              <a:t>Problem Statement (Should not include solution)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/>
              <a:cs typeface="Arial" panose="020B0604020202020204"/>
            </a:endParaRP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/>
                <a:ea typeface="+mn-lt"/>
                <a:cs typeface="Arial" panose="020B0604020202020204"/>
              </a:rPr>
              <a:t>Proposed System/Solution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/>
              <a:cs typeface="Arial" panose="020B0604020202020204"/>
            </a:endParaRP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/>
                <a:ea typeface="+mn-lt"/>
                <a:cs typeface="Calibri" panose="020F0502020204030204"/>
              </a:rPr>
              <a:t>System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/>
                <a:ea typeface="+mn-lt"/>
                <a:cs typeface="+mn-lt"/>
              </a:rPr>
              <a:t>Development Approach (Technology Used) </a:t>
            </a: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/>
                <a:ea typeface="+mn-lt"/>
                <a:cs typeface="+mn-lt"/>
              </a:rPr>
              <a:t>Algorithm &amp; Deployment  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/>
              <a:cs typeface="Calibri" panose="020F0502020204030204"/>
            </a:endParaRP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/>
                <a:ea typeface="+mn-lt"/>
                <a:cs typeface="Arial" panose="020B0604020202020204"/>
              </a:rPr>
              <a:t>Result</a:t>
            </a: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/>
                <a:ea typeface="+mn-lt"/>
                <a:cs typeface="Arial" panose="020B0604020202020204"/>
              </a:rPr>
              <a:t>Conclusion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/>
              <a:cs typeface="Arial" panose="020B0604020202020204"/>
            </a:endParaRP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/>
                <a:ea typeface="+mn-lt"/>
                <a:cs typeface="Arial" panose="020B0604020202020204"/>
              </a:rPr>
              <a:t>Future Scope</a:t>
            </a: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/>
                <a:ea typeface="+mn-lt"/>
                <a:cs typeface="Arial" panose="020B0604020202020204"/>
              </a:rPr>
              <a:t>References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/>
              <a:cs typeface="Arial" panose="020B0604020202020204"/>
            </a:endParaRP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.</a:t>
            </a:r>
            <a:endParaRPr lang="en-IN" sz="1400" dirty="0"/>
          </a:p>
        </p:txBody>
      </p:sp>
      <p:sp>
        <p:nvSpPr>
          <p:cNvPr id="3" name="TextBox 2"/>
          <p:cNvSpPr txBox="1"/>
          <p:nvPr/>
        </p:nvSpPr>
        <p:spPr>
          <a:xfrm>
            <a:off x="771788" y="1300294"/>
            <a:ext cx="1027495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Most fitness applications provide generic workout and diet plans that do not consider individual differences among students.</a:t>
            </a:r>
          </a:p>
          <a:p>
            <a:r>
              <a:rPr lang="en-US" sz="2400" dirty="0"/>
              <a:t>Students have:</a:t>
            </a:r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Different body types and health goals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Cultural food preferences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Limited budgets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Limited access to gym equipment (especially hostel students)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Because of these constraints, students struggle to follow unrealistic fitness plans.</a:t>
            </a:r>
          </a:p>
          <a:p>
            <a:endParaRPr lang="en-US" sz="2400" dirty="0"/>
          </a:p>
          <a:p>
            <a:r>
              <a:rPr lang="en-US" sz="2400" dirty="0"/>
              <a:t>There is a need for an intelligent system that understands student lifestyle and generates personalized, practical, and affordable fitness guidance.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endParaRPr lang="en-IN" sz="16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830511" y="1617674"/>
            <a:ext cx="1050805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dirty="0"/>
              <a:t>We propose an AI-powered system that:</a:t>
            </a:r>
          </a:p>
          <a:p>
            <a:pPr>
              <a:buNone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Predicts personalized calorie requirements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Generates goal-based workout plans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Suggests culturally adaptable meal plans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Recommends budget-friendly diet options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Adjusts workouts based on available resources (Home / Gym / Hostel)</a:t>
            </a:r>
          </a:p>
          <a:p>
            <a:endParaRPr lang="en-US" sz="2400" dirty="0"/>
          </a:p>
          <a:p>
            <a:pPr>
              <a:buNone/>
            </a:pPr>
            <a:r>
              <a:rPr lang="en-US" sz="2400" dirty="0"/>
              <a:t>The system uses Machine Learning to provide customized, realistic, and practical fitness guidance.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/>
                <a:ea typeface="+mj-lt"/>
                <a:cs typeface="Arial" panose="020B0604020202020204"/>
              </a:rPr>
              <a:t>System  Approach</a:t>
            </a:r>
            <a:endParaRPr lang="en-US" sz="4400" dirty="0">
              <a:solidFill>
                <a:schemeClr val="accent1"/>
              </a:solidFill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8DFA53-16C3-5459-4E58-080817D14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69806"/>
            <a:ext cx="11029615" cy="4425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Frontend: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(Interactive Web App)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Backend: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</a:t>
            </a:r>
          </a:p>
          <a:p>
            <a:pPr marL="0" indent="0">
              <a:buNone/>
            </a:pP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Learning: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Scikit-learn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Numpy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Pickle (Model Serialization)</a:t>
            </a:r>
          </a:p>
          <a:p>
            <a:pPr marL="0" indent="0">
              <a:buNone/>
            </a:pP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Development Steps: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collection for calorie prediction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training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deployment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integration using </a:t>
            </a:r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/>
                <a:ea typeface="+mj-lt"/>
                <a:cs typeface="Arial" panose="020B0604020202020204"/>
              </a:rPr>
              <a:t>Algorithm &amp; Deployment</a:t>
            </a:r>
            <a:endParaRPr lang="en-US"/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81192" y="3315522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45159" y="1451295"/>
            <a:ext cx="1030168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/>
              <a:t>Algorithm Used: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Linear Regression (Calorie Prediction Model)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dirty="0"/>
              <a:t>Steps:</a:t>
            </a:r>
          </a:p>
          <a:p>
            <a:pPr>
              <a:buFont typeface="+mj-lt"/>
              <a:buAutoNum type="arabicPeriod"/>
            </a:pPr>
            <a:r>
              <a:rPr lang="en-US" dirty="0"/>
              <a:t>Take user input (Age, Weight, Height, Activity Level)</a:t>
            </a:r>
          </a:p>
          <a:p>
            <a:pPr>
              <a:buFont typeface="+mj-lt"/>
              <a:buAutoNum type="arabicPeriod"/>
            </a:pPr>
            <a:r>
              <a:rPr lang="en-US" dirty="0"/>
              <a:t>Predict daily calorie requirement</a:t>
            </a:r>
          </a:p>
          <a:p>
            <a:pPr>
              <a:buFont typeface="+mj-lt"/>
              <a:buAutoNum type="arabicPeriod"/>
            </a:pPr>
            <a:r>
              <a:rPr lang="en-US" dirty="0"/>
              <a:t>Based on goal → Generate workout plan</a:t>
            </a:r>
          </a:p>
          <a:p>
            <a:pPr>
              <a:buFont typeface="+mj-lt"/>
              <a:buAutoNum type="arabicPeriod"/>
            </a:pPr>
            <a:r>
              <a:rPr lang="en-US" dirty="0"/>
              <a:t>Based on culture &amp; budget → Generate diet plan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pPr>
              <a:buNone/>
            </a:pPr>
            <a:r>
              <a:rPr lang="en-US" dirty="0"/>
              <a:t>Deployment: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Localhost using </a:t>
            </a:r>
            <a:r>
              <a:rPr lang="en-US" dirty="0" err="1"/>
              <a:t>Streamlit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Can be deployed on: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 err="1"/>
              <a:t>Streamlit</a:t>
            </a:r>
            <a:r>
              <a:rPr lang="en-US" dirty="0"/>
              <a:t> Cloud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Heroku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AWS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/>
                <a:ea typeface="+mj-lt"/>
                <a:cs typeface="Arial" panose="020B0604020202020204"/>
              </a:rPr>
              <a:t>Result</a:t>
            </a:r>
            <a:endParaRPr lang="en-US" dirty="0"/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81025" y="1325462"/>
            <a:ext cx="10478770" cy="5060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400" b="0" i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Calibri" panose="020F050202020403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CCFCA6-2AB1-7679-4323-81A7249A5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18" y="1325462"/>
            <a:ext cx="11307097" cy="50607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D6857-5BDC-C320-E493-B37B11F2D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Arial" panose="020B0604020202020204"/>
                <a:ea typeface="+mj-lt"/>
                <a:cs typeface="Arial" panose="020B0604020202020204"/>
              </a:rPr>
              <a:t>Result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939043-AA3E-BC06-C48E-9C77965BF6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2" y="1301749"/>
            <a:ext cx="10834060" cy="499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124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528FF-8E84-2DA1-C98F-26928EFEE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Arial" panose="020B0604020202020204"/>
                <a:ea typeface="+mj-lt"/>
                <a:cs typeface="Arial" panose="020B0604020202020204"/>
              </a:rPr>
              <a:t>Result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5E1C70-F183-DBCE-D711-1DF54FE602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2" y="1301750"/>
            <a:ext cx="10922550" cy="502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873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/>
                <a:ea typeface="+mj-lt"/>
                <a:cs typeface="Arial" panose="020B0604020202020204"/>
              </a:rPr>
              <a:t>Conclusion</a:t>
            </a:r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81192" y="1474838"/>
            <a:ext cx="11029615" cy="4681005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dirty="0"/>
              <a:t>The AI-based Personalized Workout &amp; Diet Planner successfully addresses the problem of generic fitness plans by providing:</a:t>
            </a:r>
          </a:p>
          <a:p>
            <a:pPr>
              <a:buNone/>
            </a:pP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Personalization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Practicality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Cultural adaptability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Budget awareness</a:t>
            </a:r>
          </a:p>
          <a:p>
            <a:pPr marL="0" indent="0"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It improves accessibility of fitness guidance for students.</a:t>
            </a:r>
          </a:p>
          <a:p>
            <a:pPr marL="0" indent="0">
              <a:buNone/>
            </a:pPr>
            <a:endParaRPr lang="en-US" altLang="en-US" sz="24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 txBox="1"/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 panose="020B0604020202020204"/>
                <a:cs typeface="Arial" panose="020B0604020202020204"/>
              </a:rPr>
              <a:t>Future scope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535940" y="1656715"/>
            <a:ext cx="10823575" cy="4362450"/>
          </a:xfrm>
          <a:prstGeom prst="rect">
            <a:avLst/>
          </a:prstGeom>
        </p:spPr>
        <p:txBody>
          <a:bodyPr>
            <a:noAutofit/>
          </a:bodyPr>
          <a:lstStyle/>
          <a:p>
            <a:pPr marL="142875" indent="0"/>
            <a:endParaRPr sz="2400" b="0" i="0" dirty="0">
              <a:solidFill>
                <a:srgbClr val="222222"/>
              </a:solidFill>
              <a:uFillTx/>
              <a:latin typeface="Calibri" panose="020F0502020204030204" pitchFamily="34" charset="0"/>
              <a:ea typeface="Arial" panose="020B060402020202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2CFFE7-2830-66D1-909D-2F3BD88DE06A}"/>
              </a:ext>
            </a:extLst>
          </p:cNvPr>
          <p:cNvSpPr txBox="1"/>
          <p:nvPr/>
        </p:nvSpPr>
        <p:spPr>
          <a:xfrm>
            <a:off x="981512" y="1510018"/>
            <a:ext cx="939567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Integration with wearable devices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Chatbot fitness assistant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BMI &amp; health risk prediction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Region-based food database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progress tracking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Mobile application version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/>
                <a:ea typeface="+mj-lt"/>
                <a:cs typeface="Arial" panose="020B0604020202020204"/>
              </a:rPr>
              <a:t>References</a:t>
            </a: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68655" y="1477645"/>
            <a:ext cx="10774045" cy="4028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Scikit-learn Documentation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Official Documentation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papers on calorie prediction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Nutrition Guidelines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Kaggle Datasets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link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 err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Calibri" panose="020F0502020204030204" pitchFamily="34" charset="0"/>
              </a:rPr>
              <a:t>Github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Calibri" panose="020F0502020204030204" pitchFamily="34" charset="0"/>
              </a:rPr>
              <a:t> Link :</a:t>
            </a:r>
            <a:r>
              <a:rPr lang="en-US" altLang="en-IN" sz="24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Calibri" panose="020F0502020204030204" pitchFamily="34" charset="0"/>
              </a:rPr>
              <a:t>  </a:t>
            </a:r>
            <a:r>
              <a:rPr lang="en-US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Calibri" panose="020F0502020204030204" pitchFamily="34" charset="0"/>
              </a:rPr>
              <a:t>https://github.com/Abhi2203-Engg/AI-ML-Project.git</a:t>
            </a:r>
          </a:p>
          <a:p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Calibri" panose="020F0502020204030204" pitchFamily="34" charset="0"/>
              </a:rPr>
              <a:t>Deployment Link: </a:t>
            </a:r>
            <a:r>
              <a:rPr lang="en-US" altLang="en-IN" sz="24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Calibri" panose="020F0502020204030204" pitchFamily="34" charset="0"/>
              </a:rPr>
              <a:t> </a:t>
            </a:r>
            <a:r>
              <a:rPr lang="en-IN" sz="2400" dirty="0" err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Calibri" panose="020F0502020204030204" pitchFamily="34" charset="0"/>
              </a:rPr>
              <a:t>Streamlit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Calibri" panose="020F0502020204030204" pitchFamily="34" charset="0"/>
              </a:rPr>
              <a:t> link</a:t>
            </a:r>
            <a:r>
              <a:rPr lang="en-US" altLang="en-IN" sz="24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Calibri" panose="020F0502020204030204" pitchFamily="34" charset="0"/>
              </a:rPr>
              <a:t>:-</a:t>
            </a:r>
            <a:r>
              <a:rPr lang="en-US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Calibri" panose="020F0502020204030204" pitchFamily="34" charset="0"/>
              </a:rPr>
              <a:t>https://ai-ml-project-8czaw4e798ez6bqnruysdv.streamlit.app/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E816721-11E4-4989-8472-AB5A7EC20404}">
  <ds:schemaRefs/>
</ds:datastoreItem>
</file>

<file path=customXml/itemProps2.xml><?xml version="1.0" encoding="utf-8"?>
<ds:datastoreItem xmlns:ds="http://schemas.openxmlformats.org/officeDocument/2006/customXml" ds:itemID="{8D289AE2-D2AE-49D1-AFAC-3A79F6794255}">
  <ds:schemaRefs/>
</ds:datastoreItem>
</file>

<file path=customXml/itemProps3.xml><?xml version="1.0" encoding="utf-8"?>
<ds:datastoreItem xmlns:ds="http://schemas.openxmlformats.org/officeDocument/2006/customXml" ds:itemID="{927BD4C1-B6B1-4715-ABF9-E660A51A4EA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50</TotalTime>
  <Words>404</Words>
  <Application>Microsoft Office PowerPoint</Application>
  <PresentationFormat>Widescreen</PresentationFormat>
  <Paragraphs>114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Calibri Light</vt:lpstr>
      <vt:lpstr>Franklin Gothic Book</vt:lpstr>
      <vt:lpstr>Franklin Gothic Demi</vt:lpstr>
      <vt:lpstr>Wingdings</vt:lpstr>
      <vt:lpstr>Wingdings 2</vt:lpstr>
      <vt:lpstr>DividendVTI</vt:lpstr>
      <vt:lpstr>     Personalized Workout &amp; Diet Planner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Result</vt:lpstr>
      <vt:lpstr>Result</vt:lpstr>
      <vt:lpstr>Conclusion</vt:lpstr>
      <vt:lpstr>PowerPoint Presentation</vt:lpstr>
      <vt:lpstr>References</vt:lpstr>
      <vt:lpstr>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Abhilasha Rathi</cp:lastModifiedBy>
  <cp:revision>42</cp:revision>
  <dcterms:created xsi:type="dcterms:W3CDTF">2021-05-26T16:50:00Z</dcterms:created>
  <dcterms:modified xsi:type="dcterms:W3CDTF">2026-02-26T13:44:33Z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  <property fmtid="{D5CDD505-2E9C-101B-9397-08002B2CF9AE}" pid="3" name="ICV">
    <vt:lpwstr>E6EFAA62733A4411B311B9DE79C84171_13</vt:lpwstr>
  </property>
  <property fmtid="{D5CDD505-2E9C-101B-9397-08002B2CF9AE}" pid="4" name="KSOProductBuildVer">
    <vt:lpwstr>1033-12.2.0.23196</vt:lpwstr>
  </property>
</Properties>
</file>