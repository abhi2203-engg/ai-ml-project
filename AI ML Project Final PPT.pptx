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9"/>
  </p:notesMasterIdLst>
  <p:sldIdLst>
    <p:sldId id="256" r:id="rId5"/>
    <p:sldId id="16140622" r:id="rId6"/>
    <p:sldId id="262" r:id="rId7"/>
    <p:sldId id="263" r:id="rId8"/>
    <p:sldId id="265" r:id="rId9"/>
    <p:sldId id="266" r:id="rId10"/>
    <p:sldId id="267" r:id="rId11"/>
    <p:sldId id="16140627" r:id="rId12"/>
    <p:sldId id="16140628" r:id="rId13"/>
    <p:sldId id="268" r:id="rId14"/>
    <p:sldId id="16140623" r:id="rId15"/>
    <p:sldId id="269" r:id="rId16"/>
    <p:sldId id="16140626" r:id="rId17"/>
    <p:sldId id="25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BA97"/>
    <a:srgbClr val="8E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4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256A78-79A6-408F-8148-4F87BB81602D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E254F1-4415-47BF-9E91-C5D4B9A33350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2/26/2026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302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302026"/>
            <a:ext cx="11029615" cy="467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2/26/2026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2/26/2026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49285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1391479"/>
            <a:ext cx="5194767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1391479"/>
            <a:ext cx="5194769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59224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2/26/2026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2/26/2026</a:t>
            </a:fld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5571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1415198"/>
            <a:ext cx="11029616" cy="45728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2/26/2026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8" name="Picture 7" descr="Logo&#10;&#10;Description automatically generated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0485003" y="6437910"/>
            <a:ext cx="1125805" cy="36512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70" indent="-30607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29920" indent="-30607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99795" indent="-269875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60" indent="-234315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105" indent="-234315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9992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275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499995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799715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9108" y="1821635"/>
            <a:ext cx="9144000" cy="97777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en-US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Personalized Workout &amp; Diet Planner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329782" y="1034321"/>
            <a:ext cx="1272664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200" b="1">
                <a:solidFill>
                  <a:schemeClr val="accent1">
                    <a:lumMod val="75000"/>
                  </a:schemeClr>
                </a:solidFill>
                <a:latin typeface="Arial" panose="020B0604020202020204"/>
                <a:cs typeface="Arial" panose="020B0604020202020204"/>
              </a:rPr>
              <a:t>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2196" y="4058588"/>
            <a:ext cx="7980183" cy="132207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Presented By: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/>
                <a:cs typeface="Arial" panose="020B0604020202020204"/>
              </a:rPr>
              <a:t>Student Name-  Abhilasha Jugalkishor Rathi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/>
                <a:cs typeface="Arial" panose="020B0604020202020204"/>
              </a:rPr>
              <a:t>College Name-  Zeal College of Engineering and Research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/>
                <a:cs typeface="Arial" panose="020B0604020202020204"/>
              </a:rPr>
              <a:t>Department- Computer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9573" y="558468"/>
            <a:ext cx="10515600" cy="1325563"/>
          </a:xfrm>
        </p:spPr>
        <p:txBody>
          <a:bodyPr/>
          <a:lstStyle/>
          <a:p>
            <a:r>
              <a:rPr lang="en-US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84680"/>
            <a:ext cx="11019155" cy="4284345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b="1" dirty="0">
                <a:latin typeface="Arial" panose="020B0604020202020204"/>
                <a:ea typeface="+mn-lt"/>
                <a:cs typeface="Arial" panose="020B0604020202020204"/>
              </a:rPr>
              <a:t>  </a:t>
            </a:r>
            <a:endParaRPr lang="en-US" dirty="0">
              <a:latin typeface="Arial" panose="020B0604020202020204"/>
              <a:cs typeface="Arial" panose="020B0604020202020204"/>
            </a:endParaRP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/>
                <a:ea typeface="+mn-lt"/>
                <a:cs typeface="Arial" panose="020B0604020202020204"/>
              </a:rPr>
              <a:t>Problem Statement (Should not include solution)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/>
              <a:cs typeface="Arial" panose="020B0604020202020204"/>
            </a:endParaRP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/>
                <a:ea typeface="+mn-lt"/>
                <a:cs typeface="Arial" panose="020B0604020202020204"/>
              </a:rPr>
              <a:t>Proposed System/Solution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/>
              <a:cs typeface="Arial" panose="020B0604020202020204"/>
            </a:endParaRP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/>
                <a:ea typeface="+mn-lt"/>
                <a:cs typeface="Calibri" panose="020F0502020204030204"/>
              </a:rPr>
              <a:t>System 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/>
                <a:ea typeface="+mn-lt"/>
                <a:cs typeface="+mn-lt"/>
              </a:rPr>
              <a:t>Development Approach (Technology Used) </a:t>
            </a: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/>
                <a:ea typeface="+mn-lt"/>
                <a:cs typeface="+mn-lt"/>
              </a:rPr>
              <a:t>Algorithm &amp; Deployment  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/>
              <a:cs typeface="Calibri" panose="020F0502020204030204"/>
            </a:endParaRP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/>
                <a:ea typeface="+mn-lt"/>
                <a:cs typeface="Arial" panose="020B0604020202020204"/>
              </a:rPr>
              <a:t>Result</a:t>
            </a: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/>
                <a:ea typeface="+mn-lt"/>
                <a:cs typeface="Arial" panose="020B0604020202020204"/>
              </a:rPr>
              <a:t>Conclusion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/>
              <a:cs typeface="Arial" panose="020B0604020202020204"/>
            </a:endParaRP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/>
                <a:ea typeface="+mn-lt"/>
                <a:cs typeface="Arial" panose="020B0604020202020204"/>
              </a:rPr>
              <a:t>Future Scope</a:t>
            </a: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/>
                <a:ea typeface="+mn-lt"/>
                <a:cs typeface="Arial" panose="020B0604020202020204"/>
              </a:rPr>
              <a:t>References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/>
              <a:cs typeface="Arial" panose="020B0604020202020204"/>
            </a:endParaRP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  <a:endParaRPr lang="en-US" sz="4400" dirty="0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52403" y="1237632"/>
            <a:ext cx="11029615" cy="46733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.</a:t>
            </a:r>
            <a:endParaRPr lang="en-IN" sz="1400" dirty="0"/>
          </a:p>
        </p:txBody>
      </p:sp>
      <p:sp>
        <p:nvSpPr>
          <p:cNvPr id="3" name="TextBox 2"/>
          <p:cNvSpPr txBox="1"/>
          <p:nvPr/>
        </p:nvSpPr>
        <p:spPr>
          <a:xfrm>
            <a:off x="771788" y="1300294"/>
            <a:ext cx="10274956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Most fitness applications provide generic workout and diet plans that do not consider individual differences among students.</a:t>
            </a:r>
          </a:p>
          <a:p>
            <a:r>
              <a:rPr lang="en-US" sz="2400" dirty="0"/>
              <a:t>Students have:</a:t>
            </a:r>
          </a:p>
          <a:p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Different body types and health goals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Cultural food preferences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Limited budgets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Limited access to gym equipment (especially hostel students)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Because of these constraints, students struggle to follow unrealistic fitness plans.</a:t>
            </a:r>
          </a:p>
          <a:p>
            <a:endParaRPr lang="en-US" sz="2400" dirty="0"/>
          </a:p>
          <a:p>
            <a:r>
              <a:rPr lang="en-US" sz="2400" dirty="0"/>
              <a:t>There is a need for an intelligent system that understands student lifestyle and generates personalized, practical, and affordable fitness guidance.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Proposed Solution</a:t>
            </a:r>
            <a:endParaRPr lang="en-US" sz="4400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41671" y="1087378"/>
            <a:ext cx="11613485" cy="5563973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305435" indent="-305435"/>
            <a:endParaRPr lang="en-IN" sz="1600" dirty="0"/>
          </a:p>
          <a:p>
            <a:pPr marL="0" indent="0">
              <a:buNone/>
            </a:pPr>
            <a:endParaRPr lang="en-IN" dirty="0"/>
          </a:p>
        </p:txBody>
      </p:sp>
      <p:sp>
        <p:nvSpPr>
          <p:cNvPr id="3" name="TextBox 2"/>
          <p:cNvSpPr txBox="1"/>
          <p:nvPr/>
        </p:nvSpPr>
        <p:spPr>
          <a:xfrm>
            <a:off x="830511" y="1617674"/>
            <a:ext cx="1050805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2400" dirty="0"/>
              <a:t>We propose an AI-powered system that:</a:t>
            </a:r>
          </a:p>
          <a:p>
            <a:pPr>
              <a:buNone/>
            </a:pPr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Predicts personalized calorie requirements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Generates goal-based workout plans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Suggests culturally adaptable meal plans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Recommends budget-friendly diet options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Adjusts workouts based on available resources (Home / Gym / Hostel)</a:t>
            </a:r>
          </a:p>
          <a:p>
            <a:endParaRPr lang="en-US" sz="2400" dirty="0"/>
          </a:p>
          <a:p>
            <a:pPr>
              <a:buNone/>
            </a:pPr>
            <a:r>
              <a:rPr lang="en-US" sz="2400" dirty="0"/>
              <a:t>The system uses Machine Learning to provide customized, realistic, and practical fitness guidance.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581192" y="662572"/>
            <a:ext cx="11029616" cy="530296"/>
          </a:xfrm>
        </p:spPr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 panose="020B0604020202020204"/>
                <a:ea typeface="+mj-lt"/>
                <a:cs typeface="Arial" panose="020B0604020202020204"/>
              </a:rPr>
              <a:t>System  Approach</a:t>
            </a:r>
            <a:endParaRPr lang="en-US" sz="4400" dirty="0">
              <a:solidFill>
                <a:schemeClr val="accent1"/>
              </a:solidFill>
              <a:latin typeface="Calibri Light" panose="020F0302020204030204"/>
              <a:cs typeface="Calibri Light" panose="020F0302020204030204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8DFA53-16C3-5459-4E58-080817D148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769806"/>
            <a:ext cx="11029615" cy="442562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Frontend: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(Interactive Web App)</a:t>
            </a:r>
          </a:p>
          <a:p>
            <a:pPr>
              <a:buFont typeface="Wingdings" panose="05000000000000000000" pitchFamily="2" charset="2"/>
              <a:buChar char="§"/>
            </a:pPr>
            <a:endParaRPr lang="en-IN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Backend: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</a:t>
            </a:r>
          </a:p>
          <a:p>
            <a:pPr marL="0" indent="0">
              <a:buNone/>
            </a:pPr>
            <a:endParaRPr lang="en-IN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Machine Learning: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Scikit-learn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Numpy</a:t>
            </a:r>
            <a:endParaRPr lang="en-IN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Pickle (Model Serialization)</a:t>
            </a:r>
          </a:p>
          <a:p>
            <a:pPr marL="0" indent="0">
              <a:buNone/>
            </a:pPr>
            <a:endParaRPr lang="en-IN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Development Steps: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collection for calorie prediction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training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deployment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UI integration using </a:t>
            </a:r>
            <a:r>
              <a:rPr lang="en-IN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endParaRPr lang="en-IN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 panose="020B0604020202020204"/>
                <a:ea typeface="+mj-lt"/>
                <a:cs typeface="Arial" panose="020B0604020202020204"/>
              </a:rPr>
              <a:t>Algorithm &amp; Deployment</a:t>
            </a:r>
            <a:endParaRPr lang="en-US"/>
          </a:p>
        </p:txBody>
      </p:sp>
      <p:sp>
        <p:nvSpPr>
          <p:cNvPr id="3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581192" y="3315522"/>
            <a:ext cx="32893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945159" y="1451295"/>
            <a:ext cx="10301681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dirty="0"/>
              <a:t>Algorithm Used:</a:t>
            </a:r>
          </a:p>
          <a:p>
            <a:pPr>
              <a:buNone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Linear Regression (Calorie Prediction Model)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dirty="0"/>
              <a:t>Steps:</a:t>
            </a:r>
          </a:p>
          <a:p>
            <a:pPr>
              <a:buFont typeface="+mj-lt"/>
              <a:buAutoNum type="arabicPeriod"/>
            </a:pPr>
            <a:r>
              <a:rPr lang="en-US" dirty="0"/>
              <a:t>Take user input (Age, Weight, Height, Activity Level)</a:t>
            </a:r>
          </a:p>
          <a:p>
            <a:pPr>
              <a:buFont typeface="+mj-lt"/>
              <a:buAutoNum type="arabicPeriod"/>
            </a:pPr>
            <a:r>
              <a:rPr lang="en-US" dirty="0"/>
              <a:t>Predict daily calorie requirement</a:t>
            </a:r>
          </a:p>
          <a:p>
            <a:pPr>
              <a:buFont typeface="+mj-lt"/>
              <a:buAutoNum type="arabicPeriod"/>
            </a:pPr>
            <a:r>
              <a:rPr lang="en-US" dirty="0"/>
              <a:t>Based on goal → Generate workout plan</a:t>
            </a:r>
          </a:p>
          <a:p>
            <a:pPr>
              <a:buFont typeface="+mj-lt"/>
              <a:buAutoNum type="arabicPeriod"/>
            </a:pPr>
            <a:r>
              <a:rPr lang="en-US" dirty="0"/>
              <a:t>Based on culture &amp; budget → Generate diet plan</a:t>
            </a:r>
          </a:p>
          <a:p>
            <a:pPr>
              <a:buFont typeface="+mj-lt"/>
              <a:buAutoNum type="arabicPeriod"/>
            </a:pPr>
            <a:endParaRPr lang="en-US" dirty="0"/>
          </a:p>
          <a:p>
            <a:endParaRPr lang="en-US" dirty="0"/>
          </a:p>
          <a:p>
            <a:pPr>
              <a:buNone/>
            </a:pPr>
            <a:r>
              <a:rPr lang="en-US" dirty="0"/>
              <a:t>Deployment:</a:t>
            </a:r>
          </a:p>
          <a:p>
            <a:pPr>
              <a:buNone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Localhost using </a:t>
            </a:r>
            <a:r>
              <a:rPr lang="en-US" dirty="0" err="1"/>
              <a:t>Streamlit</a:t>
            </a:r>
            <a:endParaRPr lang="en-US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Can be deployed on: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 err="1"/>
              <a:t>Streamlit</a:t>
            </a:r>
            <a:r>
              <a:rPr lang="en-US" dirty="0"/>
              <a:t> Cloud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Heroku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AWS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 panose="020B0604020202020204"/>
                <a:ea typeface="+mj-lt"/>
                <a:cs typeface="Arial" panose="020B0604020202020204"/>
              </a:rPr>
              <a:t>Result</a:t>
            </a:r>
            <a:endParaRPr lang="en-US" dirty="0"/>
          </a:p>
        </p:txBody>
      </p:sp>
      <p:sp>
        <p:nvSpPr>
          <p:cNvPr id="3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581025" y="1325462"/>
            <a:ext cx="10478770" cy="5060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no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en-US" altLang="en-US" sz="2400" b="0" i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Calibri" panose="020F0502020204030204" pitchFamily="34" charset="0"/>
              </a:rPr>
              <a:t>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en-US" sz="2400" b="0" i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CCFCA6-2AB1-7679-4323-81A7249A5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18" y="1325462"/>
            <a:ext cx="11307097" cy="50607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D6857-5BDC-C320-E493-B37B11F2D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/>
                </a:solidFill>
                <a:latin typeface="Arial" panose="020B0604020202020204"/>
                <a:ea typeface="+mj-lt"/>
                <a:cs typeface="Arial" panose="020B0604020202020204"/>
              </a:rPr>
              <a:t>Result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0939043-AA3E-BC06-C48E-9C77965BF6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1301749"/>
            <a:ext cx="10834060" cy="49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124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528FF-8E84-2DA1-C98F-26928EFEE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/>
                </a:solidFill>
                <a:latin typeface="Arial" panose="020B0604020202020204"/>
                <a:ea typeface="+mj-lt"/>
                <a:cs typeface="Arial" panose="020B0604020202020204"/>
              </a:rPr>
              <a:t>Result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05E1C70-F183-DBCE-D711-1DF54FE602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1301750"/>
            <a:ext cx="10922550" cy="5020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8730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 panose="020B0604020202020204"/>
                <a:ea typeface="+mj-lt"/>
                <a:cs typeface="Arial" panose="020B0604020202020204"/>
              </a:rPr>
              <a:t>Conclusion</a:t>
            </a:r>
            <a:endParaRPr lang="en-US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81192" y="1474838"/>
            <a:ext cx="11029615" cy="4681005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sz="2400" dirty="0"/>
              <a:t>The AI-based Personalized Workout &amp; Diet Planner successfully addresses the problem of generic fitness plans by providing:</a:t>
            </a:r>
          </a:p>
          <a:p>
            <a:pPr>
              <a:buNone/>
            </a:pPr>
            <a:endParaRPr lang="en-US" sz="2400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/>
              <a:t>Personalization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/>
              <a:t>Practicality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/>
              <a:t>Cultural adaptability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/>
              <a:t>Budget awareness</a:t>
            </a:r>
          </a:p>
          <a:p>
            <a:pPr marL="0" indent="0">
              <a:buNone/>
            </a:pPr>
            <a:endParaRPr lang="en-US" sz="2400" dirty="0"/>
          </a:p>
          <a:p>
            <a:pPr>
              <a:buNone/>
            </a:pPr>
            <a:r>
              <a:rPr lang="en-US" sz="2400" dirty="0"/>
              <a:t>It improves accessibility of fitness guidance for students.</a:t>
            </a:r>
          </a:p>
          <a:p>
            <a:pPr marL="0" indent="0">
              <a:buNone/>
            </a:pPr>
            <a:endParaRPr lang="en-US" altLang="en-US" sz="2400" dirty="0">
              <a:solidFill>
                <a:schemeClr val="tx1">
                  <a:lumMod val="75000"/>
                  <a:lumOff val="25000"/>
                </a:schemeClr>
              </a:solidFill>
              <a:uFillTx/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 txBox="1"/>
          <p:nvPr/>
        </p:nvSpPr>
        <p:spPr>
          <a:xfrm>
            <a:off x="535670" y="844659"/>
            <a:ext cx="11029616" cy="53029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4400" b="1" dirty="0">
                <a:solidFill>
                  <a:schemeClr val="accent1"/>
                </a:solidFill>
                <a:latin typeface="Arial" panose="020B0604020202020204"/>
                <a:cs typeface="Arial" panose="020B0604020202020204"/>
              </a:rPr>
              <a:t>Future scope</a:t>
            </a:r>
          </a:p>
        </p:txBody>
      </p:sp>
      <p:sp>
        <p:nvSpPr>
          <p:cNvPr id="2" name="Text Box 1"/>
          <p:cNvSpPr txBox="1"/>
          <p:nvPr/>
        </p:nvSpPr>
        <p:spPr>
          <a:xfrm>
            <a:off x="535940" y="1656715"/>
            <a:ext cx="10823575" cy="4362450"/>
          </a:xfrm>
          <a:prstGeom prst="rect">
            <a:avLst/>
          </a:prstGeom>
        </p:spPr>
        <p:txBody>
          <a:bodyPr>
            <a:noAutofit/>
          </a:bodyPr>
          <a:lstStyle/>
          <a:p>
            <a:pPr marL="142875" indent="0"/>
            <a:endParaRPr sz="2400" b="0" i="0" dirty="0">
              <a:solidFill>
                <a:srgbClr val="222222"/>
              </a:solidFill>
              <a:uFillTx/>
              <a:latin typeface="Calibri" panose="020F0502020204030204" pitchFamily="34" charset="0"/>
              <a:ea typeface="Arial" panose="020B0604020202020204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2CFFE7-2830-66D1-909D-2F3BD88DE06A}"/>
              </a:ext>
            </a:extLst>
          </p:cNvPr>
          <p:cNvSpPr txBox="1"/>
          <p:nvPr/>
        </p:nvSpPr>
        <p:spPr>
          <a:xfrm>
            <a:off x="981512" y="1510018"/>
            <a:ext cx="939567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Integration with wearable devices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 Chatbot fitness assistant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BMI &amp; health risk prediction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Region-based food database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Real-time progress tracking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Mobile application version</a:t>
            </a:r>
            <a:endParaRPr lang="en-IN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 panose="020B0604020202020204"/>
                <a:ea typeface="+mj-lt"/>
                <a:cs typeface="Arial" panose="020B0604020202020204"/>
              </a:rPr>
              <a:t>References</a:t>
            </a:r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68655" y="1477645"/>
            <a:ext cx="10774045" cy="40284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Scikit-learn Documentation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Official Documentation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 papers on calorie prediction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 Nutrition Guidelines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Kaggle Datasets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 link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400" dirty="0" err="1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Calibri" panose="020F0502020204030204" pitchFamily="34" charset="0"/>
              </a:rPr>
              <a:t>Github</a:t>
            </a:r>
            <a:r>
              <a:rPr lang="en-IN" sz="24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Calibri" panose="020F0502020204030204" pitchFamily="34" charset="0"/>
              </a:rPr>
              <a:t> Link:  </a:t>
            </a:r>
            <a:r>
              <a:rPr lang="en-US" altLang="en-US" sz="2400" u="sng" dirty="0">
                <a:solidFill>
                  <a:schemeClr val="accent2"/>
                </a:solidFill>
                <a:latin typeface="Calibri" panose="020F0502020204030204" pitchFamily="34" charset="0"/>
              </a:rPr>
              <a:t>https://github.com/Abhi2203-Engg/AI-ML-Project.git</a:t>
            </a:r>
            <a:endParaRPr lang="en-US" altLang="en-US" sz="2400" u="sng" dirty="0">
              <a:solidFill>
                <a:schemeClr val="accent2"/>
              </a:solidFill>
              <a:uFillTx/>
              <a:latin typeface="Calibri" panose="020F0502020204030204" pitchFamily="34" charset="0"/>
            </a:endParaRPr>
          </a:p>
          <a:p>
            <a:r>
              <a:rPr lang="en-IN" sz="24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Calibri" panose="020F0502020204030204" pitchFamily="34" charset="0"/>
              </a:rPr>
              <a:t>Deployment Link: </a:t>
            </a:r>
            <a:r>
              <a:rPr lang="en-US" altLang="en-IN" sz="24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Calibri" panose="020F0502020204030204" pitchFamily="34" charset="0"/>
              </a:rPr>
              <a:t> </a:t>
            </a:r>
            <a:r>
              <a:rPr lang="en-IN" sz="2400" dirty="0" err="1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Calibri" panose="020F0502020204030204" pitchFamily="34" charset="0"/>
              </a:rPr>
              <a:t>Streamlit</a:t>
            </a:r>
            <a:r>
              <a:rPr lang="en-IN" sz="24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Calibri" panose="020F0502020204030204" pitchFamily="34" charset="0"/>
              </a:rPr>
              <a:t> link</a:t>
            </a:r>
            <a:r>
              <a:rPr lang="en-US" altLang="en-IN" sz="24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Calibri" panose="020F0502020204030204" pitchFamily="34" charset="0"/>
              </a:rPr>
              <a:t>:- </a:t>
            </a:r>
            <a:r>
              <a:rPr lang="en-US" altLang="en-US" sz="2400" u="sng" dirty="0">
                <a:solidFill>
                  <a:schemeClr val="accent2"/>
                </a:solidFill>
                <a:uFillTx/>
                <a:latin typeface="Calibri" panose="020F0502020204030204" pitchFamily="34" charset="0"/>
              </a:rPr>
              <a:t>https://ai-ml-project-8czaw4e798ez6bqnruysdv.streamlit.app/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463041" y="2766218"/>
            <a:ext cx="9298744" cy="1325563"/>
          </a:xfrm>
        </p:spPr>
        <p:txBody>
          <a:bodyPr/>
          <a:lstStyle/>
          <a:p>
            <a:pPr algn="ctr"/>
            <a:r>
              <a:rPr lang="en-US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9162bd5b-4ed9-4da3-b376-05204580ba3f" xsi:nil="true"/>
    <_activity xmlns="9162bd5b-4ed9-4da3-b376-05204580ba3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F1872188ABCFC48BECA6C87E8AC3285" ma:contentTypeVersion="17" ma:contentTypeDescription="Create a new document." ma:contentTypeScope="" ma:versionID="55a158675e089c6a85ab0f83b89e1a15">
  <xsd:schema xmlns:xsd="http://www.w3.org/2001/XMLSchema" xmlns:xs="http://www.w3.org/2001/XMLSchema" xmlns:p="http://schemas.microsoft.com/office/2006/metadata/properties" xmlns:ns3="9162bd5b-4ed9-4da3-b376-05204580ba3f" xmlns:ns4="c0fa2617-96bd-425d-8578-e93563fe37c5" targetNamespace="http://schemas.microsoft.com/office/2006/metadata/properties" ma:root="true" ma:fieldsID="b35f082308864fa161c4a0a9eca35eff" ns3:_="" ns4:_="">
    <xsd:import namespace="9162bd5b-4ed9-4da3-b376-05204580ba3f"/>
    <xsd:import namespace="c0fa2617-96bd-425d-8578-e93563fe37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62bd5b-4ed9-4da3-b376-05204580ba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fa2617-96bd-425d-8578-e93563fe37c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D289AE2-D2AE-49D1-AFAC-3A79F6794255}">
  <ds:schemaRefs/>
</ds:datastoreItem>
</file>

<file path=customXml/itemProps2.xml><?xml version="1.0" encoding="utf-8"?>
<ds:datastoreItem xmlns:ds="http://schemas.openxmlformats.org/officeDocument/2006/customXml" ds:itemID="{927BD4C1-B6B1-4715-ABF9-E660A51A4EA0}">
  <ds:schemaRefs/>
</ds:datastoreItem>
</file>

<file path=customXml/itemProps3.xml><?xml version="1.0" encoding="utf-8"?>
<ds:datastoreItem xmlns:ds="http://schemas.openxmlformats.org/officeDocument/2006/customXml" ds:itemID="{6E816721-11E4-4989-8472-AB5A7EC20404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Future forward</Template>
  <TotalTime>70</TotalTime>
  <Words>404</Words>
  <Application>Microsoft Office PowerPoint</Application>
  <PresentationFormat>Widescreen</PresentationFormat>
  <Paragraphs>114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Calibri</vt:lpstr>
      <vt:lpstr>Calibri Light</vt:lpstr>
      <vt:lpstr>Franklin Gothic Book</vt:lpstr>
      <vt:lpstr>Franklin Gothic Demi</vt:lpstr>
      <vt:lpstr>Wingdings</vt:lpstr>
      <vt:lpstr>Wingdings 2</vt:lpstr>
      <vt:lpstr>DividendVTI</vt:lpstr>
      <vt:lpstr>     Personalized Workout &amp; Diet Planner</vt:lpstr>
      <vt:lpstr>OUTLINE</vt:lpstr>
      <vt:lpstr>Problem Statement</vt:lpstr>
      <vt:lpstr>Proposed Solution</vt:lpstr>
      <vt:lpstr>System  Approach</vt:lpstr>
      <vt:lpstr>Algorithm &amp; Deployment</vt:lpstr>
      <vt:lpstr>Result</vt:lpstr>
      <vt:lpstr>Result</vt:lpstr>
      <vt:lpstr>Result</vt:lpstr>
      <vt:lpstr>Conclusion</vt:lpstr>
      <vt:lpstr>PowerPoint Presentation</vt:lpstr>
      <vt:lpstr>References</vt:lpstr>
      <vt:lpstr>Github link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SkillsBuild Partner Update template</dc:title>
  <dc:creator>Vaibhav Ostwal</dc:creator>
  <cp:lastModifiedBy>Abhilasha Rathi</cp:lastModifiedBy>
  <cp:revision>45</cp:revision>
  <dcterms:created xsi:type="dcterms:W3CDTF">2021-05-26T16:50:00Z</dcterms:created>
  <dcterms:modified xsi:type="dcterms:W3CDTF">2026-02-26T15:42:12Z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0x0101000F1872188ABCFC48BECA6C87E8AC3285</vt:lpwstr>
  </property>
  <property fmtid="{D5CDD505-2E9C-101B-9397-08002B2CF9AE}" pid="3" name="ICV">
    <vt:lpwstr>E6EFAA62733A4411B311B9DE79C84171_13</vt:lpwstr>
  </property>
  <property fmtid="{D5CDD505-2E9C-101B-9397-08002B2CF9AE}" pid="4" name="KSOProductBuildVer">
    <vt:lpwstr>1033-12.2.0.23196</vt:lpwstr>
  </property>
</Properties>
</file>